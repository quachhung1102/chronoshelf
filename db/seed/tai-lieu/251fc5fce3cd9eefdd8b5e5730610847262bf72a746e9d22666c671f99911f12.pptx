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0"/>
            <a:ext cx="63367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C4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BÀI GIẢNG · LỊCH SỬ 10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6459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6F7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Nhà nước Văn Lang – Âu Lạc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4206240"/>
            <a:ext cx="1097280" cy="0"/>
          </a:xfrm>
          <a:prstGeom prst="line">
            <a:avLst/>
          </a:prstGeom>
          <a:noFill/>
          <a:ln w="38100">
            <a:solidFill>
              <a:srgbClr val="B331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434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2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Nhà nước đầu tiên của người Việt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2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Cửa Sổ Lịch Sử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31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A1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Nhà nước Văn Lang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914400" cy="0"/>
          </a:xfrm>
          <a:prstGeom prst="line">
            <a:avLst/>
          </a:prstGeom>
          <a:noFill/>
          <a:ln w="25400">
            <a:solidFill>
              <a:srgbClr val="0A1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56692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 đời khoảng thế kỷ VII TCN ở lưu vực sông Hồng, sông Mã, sông Cả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Hùng Vương đứng đầu, đóng đô ở Phong Châu (Việt Trì, Phú Thọ)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Cả nước chia 15 bộ; lạc hầu, lạc tướng giúp việc; dân là lạc dân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Chưa có luật thành văn, nhưng đã chung người đứng đầu, chung bờ cõi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548640"/>
            <a:ext cx="4965192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0" y="5486400"/>
            <a:ext cx="49651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06D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Đền Thượng trong khu di tích Đền Hùng (Phú Thọ), nơi thờ các vua Hùng – ảnh chụp ngày nay.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31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A1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Văn minh Đông Sơn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914400" cy="0"/>
          </a:xfrm>
          <a:prstGeom prst="line">
            <a:avLst/>
          </a:prstGeom>
          <a:noFill/>
          <a:ln w="25400">
            <a:solidFill>
              <a:srgbClr val="0A1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56692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Tên từ làng Đông Sơn bên sông Mã (Thanh Hóa)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Đỉnh cao đúc đồng: trống Ngọc Lũ, Hoàng Hạ, thạp, lưỡi cày, mũi giáo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Mặt trống: ngôi sao, chim Lạc, người giã gạo, thuyền dài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Trồng lúa nước, ở nhà sàn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548640"/>
            <a:ext cx="4965192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0" y="5486400"/>
            <a:ext cx="49651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06D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Rìu đồng gót vuông văn hóa Đông Sơn, trang trí cảnh chó săn hươu, Bảo tàng Lịch sử Quốc gia.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31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A1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Âu Lạc và thành Cổ Loa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914400" cy="0"/>
          </a:xfrm>
          <a:prstGeom prst="line">
            <a:avLst/>
          </a:prstGeom>
          <a:noFill/>
          <a:ln w="25400">
            <a:solidFill>
              <a:srgbClr val="0A1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56692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Khoảng 208 TCN: Thục Phán hợp nhất Lạc Việt và Âu Việt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Xưng An Dương Vương, dời đô về Phong Khê (Cổ Loa, Đông Anh)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Thành ba vòng xoáy trôn ốc, hào nối với sông; nỏ bắn nhiều mũi tên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179 TCN: Triệu Đà chiếm Âu Lạc, mở đầu hơn 1000 năm Bắc thuộc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548640"/>
            <a:ext cx="4965192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0" y="5486400"/>
            <a:ext cx="49651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06D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Mũi tên đồng tìm thấy ở Cổ Loa, trưng bày tại khu di tích Cổ Loa (Đông Anh, Hà Nội).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6F7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Ghi nhớ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4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6F7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Nước Văn Lang ra đời khoảng thế kỷ VII TCN, kinh đô Phong Châu, đứng đầu là Hùng Vương.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4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2788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6F7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Văn hóa Đông Sơn để lại trống đồng — đỉnh cao nghề đúc đồng của người Việt cổ.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4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3931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6F7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Năm 208 TCN An Dương Vương lập nước Âu Lạc, xây thành Cổ Loa ba vòng xoáy ốc.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4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5074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6F7F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Năm 179 TCN Âu Lạc rơi vào tay Triệu Đà, mở đầu hơn một nghìn năm Bắc thuộc.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28600"/>
            <a:ext cx="1024128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1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Thảo luận nhóm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Từ các bộ lạc rời rạc đến nhà nước Văn Lang, điều gì đã thay đổi?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Hình khắc trên mặt trống đồng kể gì về đời sống người Việt cổ?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Vì sao thành Cổ Loa vừa là kinh đô vừa là căn cứ quân sự?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1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Nguồn ảnh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Ảnh bìa: VuThiAnh · Public domain · Wikimedia Commons — https://commons.wikimedia.org/wiki/File:HoangHaBronzeDrum.jpg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Trang 1: Thang Nguyen from Nottingham, United Kingdom · CC BY-SA 2.0 · Wikimedia Commons — https://commons.wikimedia.org/wiki/File:%C4%90%E1%BB%81n_H%C3%B9ng,_%C4%91%E1%BB%81n_Th%C6%B0%E1%BB%A3ng.jpg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Trang 2: Bình Giang · Public domain · Wikimedia Commons — https://commons.wikimedia.org/wiki/File:Dong_Son_axe.JPG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Trang 3: Julez A. · CC BY-SA 4.0 · Wikimedia Commons — https://commons.wikimedia.org/wiki/File:Co_Loa_Museum_Arrowheads.jpg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Nhà nước Văn Lang – Âu Lạc</dc:title>
  <dc:subject>PptxGenJS Presentation</dc:subject>
  <dc:creator>PptxGenJS</dc:creator>
  <cp:lastModifiedBy>PptxGenJS</cp:lastModifiedBy>
  <cp:revision>1</cp:revision>
  <dcterms:created xsi:type="dcterms:W3CDTF">2026-10-18T20:28:13Z</dcterms:created>
  <dcterms:modified xsi:type="dcterms:W3CDTF">2026-10-18T20:28:13Z</dcterms:modified>
</cp:coreProperties>
</file>